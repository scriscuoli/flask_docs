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9F5AB-99C4-05BC-B5C5-93E5DE68A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062EB-EA3A-9D38-D3B3-6D9AD78DB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78F60-DDAC-9A99-7E6C-3D33BF6E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AD065-6A22-0D51-77E7-0BA93B1B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8B2FF-AE30-31FF-3253-1560D46E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1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7033E-BA20-0E99-7DB9-4FBE611E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8B93B-430C-497E-9C7D-45B769B5E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EBC67-3C84-210D-F609-D99A75AD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A8CB3-D20C-D96B-DA97-CAD7DBB3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9ECC2-7E45-517F-1A24-4B047FF4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7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E3F7-4380-3D15-CA28-ED61FD18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B7E99-16D0-E67E-C28C-5A9694613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3CF6E-676E-ABE3-1E68-AFD7B767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36F66-1B0F-7F8C-8E47-07E9D9732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15BC5-B94B-1C4B-B5BE-70535D09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42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A30C-06DC-D99E-54E1-161494E9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4FB0D-AEDC-B38A-B14B-1A176AFA4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4AD7D-BC4D-4A8A-2F0A-A45F4A04A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CB9F8-9B9E-8DFC-9D38-C0C4F5F62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6CD9B-FC79-0F8E-D1CE-230D8834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358F1-7C3E-77D0-A10E-19602F9E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3431D-462F-57FA-83D6-1D2F56913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84AE9-DA74-D6F9-A18A-7DDAACC15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DE6AF-8C27-7D60-2E7D-F7ECD5E0E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10F92-5BF7-20F9-5792-7291440D3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5EC6D6-5833-25B7-BBCB-904FAC5654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14C34-5EE5-8E68-7FDF-2D37BE7E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1C59F-606C-E15B-C5E3-6B1A11012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6E385-A150-D2BC-799B-8B8AF39C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5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9F1EF-181E-1847-F995-0403B466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F4FBF6-0952-6595-E918-94FA6092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6C69B-BB7C-2971-3E92-54129813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BC88D-740B-27B5-2C5C-D38B4C2B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8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16BDF7-4659-1E18-5429-3B4383E41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D34C6D-1EB0-8A4C-F00E-35E18DEA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E5A6E-676E-7E5B-6233-AAF1183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8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44B6-D18A-02E3-EDF6-C4672C664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16DF5-4293-D3D7-FDBE-D3B2E1B24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320D7-FE2F-A847-9BEC-47106CB36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3E09C-95A0-1154-64FE-92A14EA8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68294-99E8-0709-824A-78E465577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6BEB5-981C-43CC-CF48-5F2F93CC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42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F8D5-4012-BF45-98DC-80D17050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351D0-07C2-95B3-9BED-F64068FCB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A0780-B341-C6DE-D652-B9412D9F6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7EF67-2ED9-132A-F719-50406E6C3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0A3F1-59CD-F79F-705C-99099A8E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DD8D7-0A29-A54F-2411-C81558FF8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91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88374-3B92-1AD6-380E-49161F7D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ADFD3-67EE-74BE-197D-503121128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B50A9-3A46-13F9-2329-DAC9637CC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71C81-DFBB-06AD-021B-4E7637633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380B5-1A47-849F-DA03-38B2D07E5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8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19DF60-43C6-102E-F940-0D4A0083B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5632B-D8B5-66FA-7A0B-99BF2AE79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F31D0-544E-6A60-3BDB-0685B241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931ED-E01B-FC6D-EC86-609AFF0D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D3EBA-4270-892A-23D2-560C50DF8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52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FFA28-C98C-E234-BCAC-0F04D6448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3873-CA90-EFE4-0FA1-34CD14900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21394-0CDA-B1BE-A2A3-DD60F19F6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52D0D-5B90-4945-A39C-43E79710F0C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FA64D-293F-E5C5-DC2A-DEF405B1DF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7A817-49CF-F43D-783A-37900D39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8B71B-10F2-4E59-B642-67614812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820937-4007-1628-8078-FD89269E0128}"/>
              </a:ext>
            </a:extLst>
          </p:cNvPr>
          <p:cNvSpPr/>
          <p:nvPr/>
        </p:nvSpPr>
        <p:spPr>
          <a:xfrm>
            <a:off x="5983940" y="1315108"/>
            <a:ext cx="1595718" cy="12281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/>
              <a:t>Scanned_files</a:t>
            </a:r>
            <a:endParaRPr lang="en-US" u="sng" dirty="0"/>
          </a:p>
          <a:p>
            <a:pPr algn="ctr"/>
            <a:r>
              <a:rPr lang="en-US" dirty="0" err="1"/>
              <a:t>sfID</a:t>
            </a:r>
            <a:endParaRPr lang="en-US" dirty="0"/>
          </a:p>
          <a:p>
            <a:pPr algn="ctr"/>
            <a:r>
              <a:rPr lang="en-US" dirty="0"/>
              <a:t>path</a:t>
            </a:r>
          </a:p>
          <a:p>
            <a:pPr algn="ctr"/>
            <a:r>
              <a:rPr lang="en-US" dirty="0" err="1"/>
              <a:t>creation_date</a:t>
            </a:r>
            <a:endParaRPr lang="en-US" dirty="0"/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A690F55C-AFF6-BCE1-29A3-E5253FE5B3FF}"/>
              </a:ext>
            </a:extLst>
          </p:cNvPr>
          <p:cNvSpPr/>
          <p:nvPr/>
        </p:nvSpPr>
        <p:spPr>
          <a:xfrm>
            <a:off x="9802906" y="1584050"/>
            <a:ext cx="1219200" cy="69028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60268B-9DEB-F7C2-28B8-AC50C80E3237}"/>
              </a:ext>
            </a:extLst>
          </p:cNvPr>
          <p:cNvCxnSpPr>
            <a:cxnSpLocks/>
            <a:stCxn id="4" idx="3"/>
            <a:endCxn id="5" idx="2"/>
          </p:cNvCxnSpPr>
          <p:nvPr/>
        </p:nvCxnSpPr>
        <p:spPr>
          <a:xfrm>
            <a:off x="7579658" y="1929191"/>
            <a:ext cx="22232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149BEB-32EA-E45B-A164-7F2E055EA46A}"/>
              </a:ext>
            </a:extLst>
          </p:cNvPr>
          <p:cNvSpPr txBox="1"/>
          <p:nvPr/>
        </p:nvSpPr>
        <p:spPr>
          <a:xfrm>
            <a:off x="8024711" y="1584050"/>
            <a:ext cx="1252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Path (PDFs)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743545-B6C3-02CC-EAB8-DEC50F8BA120}"/>
              </a:ext>
            </a:extLst>
          </p:cNvPr>
          <p:cNvSpPr/>
          <p:nvPr/>
        </p:nvSpPr>
        <p:spPr>
          <a:xfrm>
            <a:off x="5741894" y="3453191"/>
            <a:ext cx="2106706" cy="17750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pages</a:t>
            </a:r>
          </a:p>
          <a:p>
            <a:pPr algn="ctr"/>
            <a:r>
              <a:rPr lang="en-US" dirty="0" err="1"/>
              <a:t>pID</a:t>
            </a:r>
            <a:endParaRPr lang="en-US" dirty="0"/>
          </a:p>
          <a:p>
            <a:pPr algn="ctr"/>
            <a:r>
              <a:rPr lang="en-US" dirty="0" err="1"/>
              <a:t>sfID</a:t>
            </a:r>
            <a:endParaRPr lang="en-US" dirty="0"/>
          </a:p>
          <a:p>
            <a:pPr algn="ctr"/>
            <a:r>
              <a:rPr lang="en-US" dirty="0"/>
              <a:t>path</a:t>
            </a:r>
          </a:p>
          <a:p>
            <a:pPr algn="ctr"/>
            <a:r>
              <a:rPr lang="en-US" dirty="0"/>
              <a:t>date</a:t>
            </a:r>
          </a:p>
          <a:p>
            <a:pPr algn="ctr"/>
            <a:r>
              <a:rPr lang="en-US" dirty="0" err="1"/>
              <a:t>sf_page_umber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5C62B1-8B55-4226-B313-1F825F19AF93}"/>
              </a:ext>
            </a:extLst>
          </p:cNvPr>
          <p:cNvCxnSpPr>
            <a:cxnSpLocks/>
            <a:stCxn id="15" idx="3"/>
            <a:endCxn id="5" idx="2"/>
          </p:cNvCxnSpPr>
          <p:nvPr/>
        </p:nvCxnSpPr>
        <p:spPr>
          <a:xfrm flipV="1">
            <a:off x="7848600" y="1929191"/>
            <a:ext cx="1954306" cy="2411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C235203-3BD9-CCE4-6AD7-D962E3F33923}"/>
              </a:ext>
            </a:extLst>
          </p:cNvPr>
          <p:cNvSpPr txBox="1"/>
          <p:nvPr/>
        </p:nvSpPr>
        <p:spPr>
          <a:xfrm>
            <a:off x="8816789" y="3083859"/>
            <a:ext cx="2328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path (thumbnail PNGs)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B4FF1D-E212-7375-A172-463D3693A5D5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H="1" flipV="1">
            <a:off x="6781799" y="2543273"/>
            <a:ext cx="13448" cy="90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40F415C-3849-7113-A8A2-E892CA519496}"/>
              </a:ext>
            </a:extLst>
          </p:cNvPr>
          <p:cNvSpPr txBox="1"/>
          <p:nvPr/>
        </p:nvSpPr>
        <p:spPr>
          <a:xfrm>
            <a:off x="6279775" y="2813566"/>
            <a:ext cx="60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sfID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01A864-C6EE-7C73-CBB7-05590A8110B4}"/>
              </a:ext>
            </a:extLst>
          </p:cNvPr>
          <p:cNvSpPr/>
          <p:nvPr/>
        </p:nvSpPr>
        <p:spPr>
          <a:xfrm>
            <a:off x="672353" y="697433"/>
            <a:ext cx="1806387" cy="105335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documents</a:t>
            </a:r>
          </a:p>
          <a:p>
            <a:pPr algn="ctr"/>
            <a:r>
              <a:rPr lang="en-US" dirty="0" err="1"/>
              <a:t>dID</a:t>
            </a:r>
            <a:endParaRPr lang="en-US" dirty="0"/>
          </a:p>
          <a:p>
            <a:pPr algn="ctr"/>
            <a:r>
              <a:rPr lang="en-US" dirty="0"/>
              <a:t>name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87AA24-E47A-3999-6CEF-0552DD611292}"/>
              </a:ext>
            </a:extLst>
          </p:cNvPr>
          <p:cNvSpPr/>
          <p:nvPr/>
        </p:nvSpPr>
        <p:spPr>
          <a:xfrm>
            <a:off x="672353" y="4894730"/>
            <a:ext cx="1806387" cy="9592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tags</a:t>
            </a:r>
          </a:p>
          <a:p>
            <a:pPr algn="ctr"/>
            <a:r>
              <a:rPr lang="en-US" dirty="0" err="1"/>
              <a:t>tID</a:t>
            </a:r>
            <a:endParaRPr lang="en-US" dirty="0"/>
          </a:p>
          <a:p>
            <a:pPr algn="ctr"/>
            <a:r>
              <a:rPr lang="en-US" dirty="0"/>
              <a:t>name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C65531-B71C-A1A4-3D2B-F096823A57CA}"/>
              </a:ext>
            </a:extLst>
          </p:cNvPr>
          <p:cNvSpPr/>
          <p:nvPr/>
        </p:nvSpPr>
        <p:spPr>
          <a:xfrm>
            <a:off x="3063848" y="2274332"/>
            <a:ext cx="2193951" cy="14374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document_page</a:t>
            </a:r>
            <a:endParaRPr lang="en-US" dirty="0"/>
          </a:p>
          <a:p>
            <a:pPr algn="ctr"/>
            <a:r>
              <a:rPr lang="en-US" dirty="0" err="1"/>
              <a:t>dpID</a:t>
            </a:r>
            <a:br>
              <a:rPr lang="en-US" dirty="0"/>
            </a:br>
            <a:r>
              <a:rPr lang="en-US" dirty="0" err="1"/>
              <a:t>dID</a:t>
            </a:r>
            <a:endParaRPr lang="en-US" dirty="0"/>
          </a:p>
          <a:p>
            <a:pPr algn="ctr"/>
            <a:r>
              <a:rPr lang="en-US" dirty="0" err="1"/>
              <a:t>pID</a:t>
            </a:r>
            <a:endParaRPr lang="en-US" dirty="0"/>
          </a:p>
          <a:p>
            <a:pPr algn="ctr"/>
            <a:r>
              <a:rPr lang="en-US" dirty="0" err="1"/>
              <a:t>dp_page_number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C35D431-C2DF-1683-0FC2-E5677552CC20}"/>
              </a:ext>
            </a:extLst>
          </p:cNvPr>
          <p:cNvCxnSpPr>
            <a:stCxn id="31" idx="0"/>
            <a:endCxn id="29" idx="3"/>
          </p:cNvCxnSpPr>
          <p:nvPr/>
        </p:nvCxnSpPr>
        <p:spPr>
          <a:xfrm flipH="1" flipV="1">
            <a:off x="2478740" y="1224110"/>
            <a:ext cx="1682084" cy="1050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155E156-A74F-A2B9-3FBD-A36FCC520EA9}"/>
              </a:ext>
            </a:extLst>
          </p:cNvPr>
          <p:cNvSpPr txBox="1"/>
          <p:nvPr/>
        </p:nvSpPr>
        <p:spPr>
          <a:xfrm>
            <a:off x="3446929" y="158405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dID</a:t>
            </a:r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91BE1F-74DE-0F1A-5FA8-21B03194CB95}"/>
              </a:ext>
            </a:extLst>
          </p:cNvPr>
          <p:cNvCxnSpPr>
            <a:stCxn id="31" idx="2"/>
            <a:endCxn id="15" idx="1"/>
          </p:cNvCxnSpPr>
          <p:nvPr/>
        </p:nvCxnSpPr>
        <p:spPr>
          <a:xfrm>
            <a:off x="4160824" y="3711818"/>
            <a:ext cx="1581070" cy="628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390FFC6-D0FA-BF2E-1F87-0DCAC11729C7}"/>
              </a:ext>
            </a:extLst>
          </p:cNvPr>
          <p:cNvSpPr txBox="1"/>
          <p:nvPr/>
        </p:nvSpPr>
        <p:spPr>
          <a:xfrm>
            <a:off x="4497495" y="3981433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pID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840F7F-0A3C-EEC1-EB8D-FDCF84CBDA3F}"/>
              </a:ext>
            </a:extLst>
          </p:cNvPr>
          <p:cNvSpPr/>
          <p:nvPr/>
        </p:nvSpPr>
        <p:spPr>
          <a:xfrm>
            <a:off x="478571" y="2342242"/>
            <a:ext cx="2193951" cy="14374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document_tag</a:t>
            </a:r>
            <a:endParaRPr lang="en-US" dirty="0"/>
          </a:p>
          <a:p>
            <a:pPr algn="ctr"/>
            <a:r>
              <a:rPr lang="en-US" dirty="0" err="1"/>
              <a:t>dtID</a:t>
            </a:r>
            <a:br>
              <a:rPr lang="en-US" dirty="0"/>
            </a:br>
            <a:r>
              <a:rPr lang="en-US" dirty="0" err="1"/>
              <a:t>dID</a:t>
            </a:r>
            <a:endParaRPr lang="en-US" dirty="0"/>
          </a:p>
          <a:p>
            <a:pPr algn="ctr"/>
            <a:r>
              <a:rPr lang="en-US" dirty="0" err="1"/>
              <a:t>tID</a:t>
            </a:r>
            <a:endParaRPr lang="en-US" dirty="0"/>
          </a:p>
          <a:p>
            <a:pPr algn="ctr"/>
            <a:r>
              <a:rPr lang="en-US" dirty="0" err="1"/>
              <a:t>dp_page_number</a:t>
            </a:r>
            <a:endParaRPr lang="en-US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FEE614D-5C62-2D2F-7663-1D680E53F34C}"/>
              </a:ext>
            </a:extLst>
          </p:cNvPr>
          <p:cNvCxnSpPr>
            <a:cxnSpLocks/>
            <a:stCxn id="41" idx="0"/>
            <a:endCxn id="29" idx="2"/>
          </p:cNvCxnSpPr>
          <p:nvPr/>
        </p:nvCxnSpPr>
        <p:spPr>
          <a:xfrm flipV="1">
            <a:off x="1575547" y="1750786"/>
            <a:ext cx="0" cy="591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DB81D87-B163-69C2-EEFD-9BF9881DB19F}"/>
              </a:ext>
            </a:extLst>
          </p:cNvPr>
          <p:cNvSpPr txBox="1"/>
          <p:nvPr/>
        </p:nvSpPr>
        <p:spPr>
          <a:xfrm>
            <a:off x="1523136" y="190500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dID</a:t>
            </a:r>
            <a:endParaRPr lang="en-US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80AC392-FDF5-C10C-EC8C-3979638E20D8}"/>
              </a:ext>
            </a:extLst>
          </p:cNvPr>
          <p:cNvCxnSpPr>
            <a:cxnSpLocks/>
            <a:stCxn id="41" idx="2"/>
            <a:endCxn id="30" idx="0"/>
          </p:cNvCxnSpPr>
          <p:nvPr/>
        </p:nvCxnSpPr>
        <p:spPr>
          <a:xfrm>
            <a:off x="1575547" y="3779728"/>
            <a:ext cx="0" cy="1115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BA8EEBD-EF65-F746-1486-163F10908DA5}"/>
              </a:ext>
            </a:extLst>
          </p:cNvPr>
          <p:cNvSpPr txBox="1"/>
          <p:nvPr/>
        </p:nvSpPr>
        <p:spPr>
          <a:xfrm>
            <a:off x="1547248" y="418651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042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63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Criscuoli</dc:creator>
  <cp:lastModifiedBy>Stephen Criscuoli</cp:lastModifiedBy>
  <cp:revision>3</cp:revision>
  <dcterms:created xsi:type="dcterms:W3CDTF">2026-06-05T15:58:39Z</dcterms:created>
  <dcterms:modified xsi:type="dcterms:W3CDTF">2026-06-05T16:33:12Z</dcterms:modified>
</cp:coreProperties>
</file>